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18"/>
    <p:restoredTop sz="90890"/>
  </p:normalViewPr>
  <p:slideViewPr>
    <p:cSldViewPr snapToGrid="0">
      <p:cViewPr>
        <p:scale>
          <a:sx n="127" d="100"/>
          <a:sy n="127" d="100"/>
        </p:scale>
        <p:origin x="776" y="-88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651B3B-AD67-F741-BDDB-1E442C471B3E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0E7AF2-FDD8-8144-A644-7445B3FB0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3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Fig.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1BF32-A189-4440-A038-BE64BF1D3E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900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3BAC-DBCF-F2D4-082D-EF5D13333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B75A99-E4E8-4C75-AE7B-90209DB21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AADBA-925E-E894-3839-16210DBEC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F15AA-72B8-AD46-BED6-C2D68AB434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19603-6960-9F28-F130-A8DA4ADCD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9C2C8-B1A5-8ACA-A1DB-B9C1EE406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C4D4-D40B-B148-B1DE-E05B00423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2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3A1E1-6796-FA9A-48A7-39D82F69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26683-7EEB-301A-8CDF-BB8FF982E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23760-8505-88DD-D0FA-EEBCE135D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F15AA-72B8-AD46-BED6-C2D68AB434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E722E-3AAE-BE1E-4902-470BF0ED1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B3AAE-CC24-7119-BE99-01217F974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C4D4-D40B-B148-B1DE-E05B00423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377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CF5B3-577A-B998-B4F6-FBF57B739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03A53-7DBD-7FD1-C8FB-F02E26639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5A0B1-7AA0-56CF-E4CC-7F1538DA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F15AA-72B8-AD46-BED6-C2D68AB434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07785-FEAF-B3C2-D817-8A2B39A9B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25053-ADDE-ECFA-8518-AA41C21FF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C4D4-D40B-B148-B1DE-E05B00423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78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EDF10-DDEE-BB73-A2BA-26D41BB1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07637-B8ED-43BC-ABF3-196E059A7A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5CB90-8D6D-F54B-8BA2-887FACAF4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02FBF-711B-BF0A-365D-1ABA988A7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F15AA-72B8-AD46-BED6-C2D68AB434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74FB8-E13E-124D-FF1A-96D0C2AD9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F00D5-8A1D-E3F9-C790-D68EE345E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C4D4-D40B-B148-B1DE-E05B00423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872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64DF0-E1A8-254F-9812-BBEB8B9B2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717A9-D2DD-1069-0678-C728E7A8B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143A6-E365-8258-AEA7-0AF9C5057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6C8123-C3EF-6DAA-6B9E-88BB7EC04F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9A9820-8319-9552-383C-41EEBC44FA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33C61D-3ABB-7FFC-CF58-225989EB7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F15AA-72B8-AD46-BED6-C2D68AB434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2FF168-400A-1904-8EE0-7927E7D2A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C714ED-8A1D-0FCF-3387-AFE59CD7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C4D4-D40B-B148-B1DE-E05B00423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4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CAD83-E672-080F-983A-F8F4BBC02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D2EB10-4B06-8064-5454-A6E68965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F15AA-72B8-AD46-BED6-C2D68AB434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A4E29-08B1-0B06-B6C7-B5C9B413E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75E44-1069-81EF-9E5A-A422FC726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C4D4-D40B-B148-B1DE-E05B00423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98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406151-6A22-8027-177A-69734DAC6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F15AA-72B8-AD46-BED6-C2D68AB434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E29402-CA57-0947-8B8A-591549F58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EFE28-E7AC-D1E0-7AF3-7DB1D63E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C4D4-D40B-B148-B1DE-E05B00423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62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6071F-36CE-826A-ACE5-957301D74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1A82B-B0AC-5249-5C0B-CEEE6DB9D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142F3-BA30-790F-7950-B83C217BF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208C16-1539-DCC7-7DA4-3F310D040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F15AA-72B8-AD46-BED6-C2D68AB434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39D05-D5A2-E863-40C3-F24F2F3D0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C7E51-341E-EA92-E75C-DC473EACE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C4D4-D40B-B148-B1DE-E05B00423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251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0BF1D-2A6E-A972-FD97-525255F42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0291FA-3F43-84DA-B900-67D74C2FDA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453068-66FD-7788-5772-9C40537C5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F2EA4-FA3C-CB89-375F-71EEDED8F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F15AA-72B8-AD46-BED6-C2D68AB434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866AD-71D0-A967-E251-6CCC4EFC4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D9518-47BF-3BFB-EC4B-0020B18F3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C4D4-D40B-B148-B1DE-E05B00423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13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916E6-14C2-1177-5933-F82316944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8EF4F8-7709-9BE0-CAAB-E410EFBF9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F5C08-4125-A763-8A01-E67790D12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F15AA-72B8-AD46-BED6-C2D68AB434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9AECF-E0C9-CF02-7398-6683C4A1A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F3DD7-5025-657B-E50B-C39698364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C4D4-D40B-B148-B1DE-E05B00423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71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6B9A17-B8FB-8E49-3B34-E7FBA27BDC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8DD68D-79E9-03EF-E166-48CC4B862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20A87-CFA8-0489-439B-6135E180E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F15AA-72B8-AD46-BED6-C2D68AB434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8BF8F-7BD5-8E9B-1F10-D5FA7D979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17774-F638-042E-A1EE-45A0C1EB9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C4D4-D40B-B148-B1DE-E05B00423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84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CAF023-4C87-6121-B1AA-1D8047D38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0FEC1A-7DA4-872E-2BD6-84CDFB64F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7A817-58C4-F511-15FF-FD92BE32FA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2F15AA-72B8-AD46-BED6-C2D68AB4346E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FD392-B83F-3FD6-DB8F-D9072A7CE4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EA757-508E-C45C-475F-1CD82C2D7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5C4D4-D40B-B148-B1DE-E05B00423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02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C901D2A-53B2-DF66-AC24-4D0F5ACBE3BB}"/>
              </a:ext>
            </a:extLst>
          </p:cNvPr>
          <p:cNvSpPr/>
          <p:nvPr/>
        </p:nvSpPr>
        <p:spPr>
          <a:xfrm>
            <a:off x="2019715" y="1335035"/>
            <a:ext cx="4347636" cy="4909604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636B1FF-6863-3AC5-74CB-86928D1F4C54}"/>
              </a:ext>
            </a:extLst>
          </p:cNvPr>
          <p:cNvSpPr/>
          <p:nvPr/>
        </p:nvSpPr>
        <p:spPr>
          <a:xfrm>
            <a:off x="6919863" y="1326304"/>
            <a:ext cx="4330664" cy="500621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A93F43-935E-4D93-5267-9C93B56B6283}"/>
              </a:ext>
            </a:extLst>
          </p:cNvPr>
          <p:cNvSpPr txBox="1"/>
          <p:nvPr/>
        </p:nvSpPr>
        <p:spPr>
          <a:xfrm>
            <a:off x="7989552" y="972353"/>
            <a:ext cx="2275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Reporting and visualization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783D48-D465-50C5-6D3A-0966276AB1F6}"/>
              </a:ext>
            </a:extLst>
          </p:cNvPr>
          <p:cNvSpPr txBox="1"/>
          <p:nvPr/>
        </p:nvSpPr>
        <p:spPr>
          <a:xfrm>
            <a:off x="3303121" y="1027258"/>
            <a:ext cx="1569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Analysis workflow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9D5BB4B7-6391-AE31-D32F-5A2389078CAF}"/>
              </a:ext>
            </a:extLst>
          </p:cNvPr>
          <p:cNvSpPr/>
          <p:nvPr/>
        </p:nvSpPr>
        <p:spPr>
          <a:xfrm>
            <a:off x="6413616" y="3429000"/>
            <a:ext cx="377072" cy="59101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C7E2916-D5CB-BE05-3FB4-ED17E99FD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117" y="1548089"/>
            <a:ext cx="3439898" cy="126726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A5858A6-863E-68EB-54DE-E0BDEC380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214" y="3153729"/>
            <a:ext cx="1622997" cy="151215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DA74B23-94CD-FACE-83EB-4130090FF5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1346" y="2965732"/>
            <a:ext cx="1827248" cy="177251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E0EE69A-45B9-CBA8-4902-40EA17EF65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6995" y="5008097"/>
            <a:ext cx="3696400" cy="10545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3C2276A-F1A9-891D-8621-63F25323B1F9}"/>
              </a:ext>
            </a:extLst>
          </p:cNvPr>
          <p:cNvSpPr/>
          <p:nvPr/>
        </p:nvSpPr>
        <p:spPr>
          <a:xfrm>
            <a:off x="2415690" y="1598613"/>
            <a:ext cx="1346397" cy="248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EACAE5-0911-24DA-AA73-D67F12476B8E}"/>
              </a:ext>
            </a:extLst>
          </p:cNvPr>
          <p:cNvSpPr txBox="1"/>
          <p:nvPr/>
        </p:nvSpPr>
        <p:spPr>
          <a:xfrm>
            <a:off x="2433626" y="1605269"/>
            <a:ext cx="14718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Feature abundance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7D0634-85BB-F59A-BC9A-3E54D8395170}"/>
              </a:ext>
            </a:extLst>
          </p:cNvPr>
          <p:cNvSpPr/>
          <p:nvPr/>
        </p:nvSpPr>
        <p:spPr>
          <a:xfrm>
            <a:off x="3838797" y="1598807"/>
            <a:ext cx="976902" cy="248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D35C98-157B-75C1-69CE-3B8B89FBB453}"/>
              </a:ext>
            </a:extLst>
          </p:cNvPr>
          <p:cNvSpPr txBox="1"/>
          <p:nvPr/>
        </p:nvSpPr>
        <p:spPr>
          <a:xfrm>
            <a:off x="3952512" y="1596972"/>
            <a:ext cx="1100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Covariate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7A5A72-BF30-1B9E-20CE-98980580C0B7}"/>
              </a:ext>
            </a:extLst>
          </p:cNvPr>
          <p:cNvCxnSpPr>
            <a:cxnSpLocks/>
          </p:cNvCxnSpPr>
          <p:nvPr/>
        </p:nvCxnSpPr>
        <p:spPr>
          <a:xfrm>
            <a:off x="3064903" y="1858619"/>
            <a:ext cx="0" cy="2738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4558C43-FF68-BB4F-2595-98D5D9603D60}"/>
              </a:ext>
            </a:extLst>
          </p:cNvPr>
          <p:cNvCxnSpPr>
            <a:cxnSpLocks/>
          </p:cNvCxnSpPr>
          <p:nvPr/>
        </p:nvCxnSpPr>
        <p:spPr>
          <a:xfrm>
            <a:off x="4352462" y="1858619"/>
            <a:ext cx="0" cy="2738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22C08398-E251-AB3B-536B-C94D30698B5A}"/>
              </a:ext>
            </a:extLst>
          </p:cNvPr>
          <p:cNvSpPr/>
          <p:nvPr/>
        </p:nvSpPr>
        <p:spPr>
          <a:xfrm>
            <a:off x="2535623" y="3131886"/>
            <a:ext cx="3035055" cy="1758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Step 1: Fit the null quasi-Poisson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B1C731-FF1B-F047-6030-8B2C9DAEDC9D}"/>
              </a:ext>
            </a:extLst>
          </p:cNvPr>
          <p:cNvSpPr/>
          <p:nvPr/>
        </p:nvSpPr>
        <p:spPr>
          <a:xfrm>
            <a:off x="2277476" y="3940411"/>
            <a:ext cx="3818524" cy="24427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Step 2: Construct AA-level summary statistics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928BED8-77C2-D395-1CDC-379FC9DAD719}"/>
              </a:ext>
            </a:extLst>
          </p:cNvPr>
          <p:cNvSpPr/>
          <p:nvPr/>
        </p:nvSpPr>
        <p:spPr>
          <a:xfrm>
            <a:off x="2830398" y="5175387"/>
            <a:ext cx="2016798" cy="33262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Step 3: Perform cross-study meta-analysis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3C6AC42-A1A9-EA70-5405-584E4B42B377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3838797" y="5508014"/>
            <a:ext cx="0" cy="2387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51854DB0-5287-4F1B-5CD9-1139CA7F1E61}"/>
              </a:ext>
            </a:extLst>
          </p:cNvPr>
          <p:cNvSpPr/>
          <p:nvPr/>
        </p:nvSpPr>
        <p:spPr>
          <a:xfrm>
            <a:off x="3197265" y="5745859"/>
            <a:ext cx="2340476" cy="33262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Feature-SNP association test </a:t>
            </a:r>
            <a:r>
              <a:rPr lang="en-US" sz="1100" dirty="0" err="1">
                <a:solidFill>
                  <a:schemeClr val="tx1"/>
                </a:solidFill>
              </a:rPr>
              <a:t>pvals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14C38AC-D44F-219E-F0B0-4043FF4CB850}"/>
              </a:ext>
            </a:extLst>
          </p:cNvPr>
          <p:cNvSpPr/>
          <p:nvPr/>
        </p:nvSpPr>
        <p:spPr>
          <a:xfrm>
            <a:off x="2501588" y="2132430"/>
            <a:ext cx="3240332" cy="2079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Step 0: ID matching,  sample QC, missing check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297E85-C910-A2AC-3E33-C80056628C22}"/>
              </a:ext>
            </a:extLst>
          </p:cNvPr>
          <p:cNvSpPr txBox="1"/>
          <p:nvPr/>
        </p:nvSpPr>
        <p:spPr>
          <a:xfrm>
            <a:off x="3258912" y="3495466"/>
            <a:ext cx="1217758" cy="24622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Null model object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24961AE-75D4-04B0-E23B-3715ED48E8D7}"/>
              </a:ext>
            </a:extLst>
          </p:cNvPr>
          <p:cNvCxnSpPr>
            <a:cxnSpLocks/>
          </p:cNvCxnSpPr>
          <p:nvPr/>
        </p:nvCxnSpPr>
        <p:spPr>
          <a:xfrm>
            <a:off x="3877664" y="3741687"/>
            <a:ext cx="0" cy="2027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61E4ECB-9588-C569-ED8C-D06D0001136D}"/>
              </a:ext>
            </a:extLst>
          </p:cNvPr>
          <p:cNvSpPr txBox="1"/>
          <p:nvPr/>
        </p:nvSpPr>
        <p:spPr>
          <a:xfrm>
            <a:off x="2996283" y="4475210"/>
            <a:ext cx="1718569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Summary statistics (effect estimate, standard error)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CAB4A56-F47C-B9F1-48C3-5A7C9A5E381A}"/>
              </a:ext>
            </a:extLst>
          </p:cNvPr>
          <p:cNvSpPr/>
          <p:nvPr/>
        </p:nvSpPr>
        <p:spPr>
          <a:xfrm>
            <a:off x="4939611" y="1461589"/>
            <a:ext cx="1012799" cy="40411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D13F88-A85D-F11D-6745-EC7E687DABAC}"/>
              </a:ext>
            </a:extLst>
          </p:cNvPr>
          <p:cNvSpPr txBox="1"/>
          <p:nvPr/>
        </p:nvSpPr>
        <p:spPr>
          <a:xfrm>
            <a:off x="4883017" y="1477636"/>
            <a:ext cx="1213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SNP genotypes</a:t>
            </a:r>
          </a:p>
          <a:p>
            <a:r>
              <a:rPr lang="en-US" sz="1000" dirty="0"/>
              <a:t>(in plink/</a:t>
            </a:r>
            <a:r>
              <a:rPr lang="en-US" sz="1000" dirty="0" err="1"/>
              <a:t>vcf</a:t>
            </a:r>
            <a:r>
              <a:rPr lang="en-US" sz="1000" dirty="0"/>
              <a:t>/</a:t>
            </a:r>
            <a:r>
              <a:rPr lang="en-US" sz="1000" dirty="0" err="1"/>
              <a:t>bgen</a:t>
            </a:r>
            <a:r>
              <a:rPr lang="en-US" sz="1000" dirty="0"/>
              <a:t>)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4BB8113-2ECA-552D-AA74-73D21C5886F0}"/>
              </a:ext>
            </a:extLst>
          </p:cNvPr>
          <p:cNvCxnSpPr>
            <a:cxnSpLocks/>
          </p:cNvCxnSpPr>
          <p:nvPr/>
        </p:nvCxnSpPr>
        <p:spPr>
          <a:xfrm>
            <a:off x="5508714" y="1858619"/>
            <a:ext cx="0" cy="2738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833D084-4E6E-FB4C-608E-38A250AEBD12}"/>
              </a:ext>
            </a:extLst>
          </p:cNvPr>
          <p:cNvCxnSpPr>
            <a:cxnSpLocks/>
          </p:cNvCxnSpPr>
          <p:nvPr/>
        </p:nvCxnSpPr>
        <p:spPr>
          <a:xfrm>
            <a:off x="3058387" y="2326711"/>
            <a:ext cx="0" cy="2730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03355FEA-6521-2A5D-D36B-BDF9995935EF}"/>
              </a:ext>
            </a:extLst>
          </p:cNvPr>
          <p:cNvSpPr/>
          <p:nvPr/>
        </p:nvSpPr>
        <p:spPr>
          <a:xfrm>
            <a:off x="2521590" y="2593396"/>
            <a:ext cx="1166168" cy="23031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F9BFC2C-A619-1DFD-64E8-F5C3E4C96B91}"/>
              </a:ext>
            </a:extLst>
          </p:cNvPr>
          <p:cNvSpPr txBox="1"/>
          <p:nvPr/>
        </p:nvSpPr>
        <p:spPr>
          <a:xfrm>
            <a:off x="2481214" y="2586288"/>
            <a:ext cx="16835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Abundance aligned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9355F82-A64E-F940-C5BA-29DF69F97606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4367503" y="2343020"/>
            <a:ext cx="0" cy="2496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28076A1A-CD7B-33D3-91AE-A415594D82A9}"/>
              </a:ext>
            </a:extLst>
          </p:cNvPr>
          <p:cNvSpPr/>
          <p:nvPr/>
        </p:nvSpPr>
        <p:spPr>
          <a:xfrm>
            <a:off x="3792786" y="2599785"/>
            <a:ext cx="1149437" cy="21622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0131699-0380-2586-742F-58F634A5012E}"/>
              </a:ext>
            </a:extLst>
          </p:cNvPr>
          <p:cNvSpPr txBox="1"/>
          <p:nvPr/>
        </p:nvSpPr>
        <p:spPr>
          <a:xfrm>
            <a:off x="3765191" y="2592709"/>
            <a:ext cx="12046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Covariate aligned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5574321-3119-D727-06C1-AE592A3C3D8A}"/>
              </a:ext>
            </a:extLst>
          </p:cNvPr>
          <p:cNvCxnSpPr>
            <a:cxnSpLocks/>
          </p:cNvCxnSpPr>
          <p:nvPr/>
        </p:nvCxnSpPr>
        <p:spPr>
          <a:xfrm>
            <a:off x="3062587" y="2829890"/>
            <a:ext cx="2316" cy="3019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E30B39D-1891-018F-9F3B-EE818692AB3C}"/>
              </a:ext>
            </a:extLst>
          </p:cNvPr>
          <p:cNvCxnSpPr>
            <a:cxnSpLocks/>
          </p:cNvCxnSpPr>
          <p:nvPr/>
        </p:nvCxnSpPr>
        <p:spPr>
          <a:xfrm>
            <a:off x="4367503" y="2823712"/>
            <a:ext cx="0" cy="3019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8D52DA3-5386-77E2-1678-AAD490631396}"/>
              </a:ext>
            </a:extLst>
          </p:cNvPr>
          <p:cNvCxnSpPr>
            <a:cxnSpLocks/>
          </p:cNvCxnSpPr>
          <p:nvPr/>
        </p:nvCxnSpPr>
        <p:spPr>
          <a:xfrm>
            <a:off x="3877664" y="3307777"/>
            <a:ext cx="0" cy="1767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ECD1084-035F-F236-F85C-9B2980EBDAE3}"/>
              </a:ext>
            </a:extLst>
          </p:cNvPr>
          <p:cNvCxnSpPr>
            <a:cxnSpLocks/>
          </p:cNvCxnSpPr>
          <p:nvPr/>
        </p:nvCxnSpPr>
        <p:spPr>
          <a:xfrm>
            <a:off x="5833538" y="1865705"/>
            <a:ext cx="0" cy="20747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EDF8DC0-E307-FB41-4EB4-5298FA9723D3}"/>
              </a:ext>
            </a:extLst>
          </p:cNvPr>
          <p:cNvCxnSpPr>
            <a:cxnSpLocks/>
          </p:cNvCxnSpPr>
          <p:nvPr/>
        </p:nvCxnSpPr>
        <p:spPr>
          <a:xfrm>
            <a:off x="5314229" y="4204614"/>
            <a:ext cx="0" cy="15421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69BF4C4-F04A-4670-7B98-BD676BBC0A2C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855568" y="4184684"/>
            <a:ext cx="0" cy="2905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DF58945-DE40-3361-ACDE-29567A5A44F6}"/>
              </a:ext>
            </a:extLst>
          </p:cNvPr>
          <p:cNvCxnSpPr>
            <a:cxnSpLocks/>
          </p:cNvCxnSpPr>
          <p:nvPr/>
        </p:nvCxnSpPr>
        <p:spPr>
          <a:xfrm>
            <a:off x="3844194" y="4873665"/>
            <a:ext cx="0" cy="2905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378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49236</TotalTime>
  <Words>74</Words>
  <Application>Microsoft Macintosh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Zhou Wei</dc:creator>
  <cp:lastModifiedBy>Zhengzheng Tang</cp:lastModifiedBy>
  <cp:revision>270</cp:revision>
  <dcterms:created xsi:type="dcterms:W3CDTF">2024-03-20T05:05:26Z</dcterms:created>
  <dcterms:modified xsi:type="dcterms:W3CDTF">2026-04-02T21:05:05Z</dcterms:modified>
</cp:coreProperties>
</file>